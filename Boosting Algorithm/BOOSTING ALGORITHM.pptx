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BC7C9-E1EB-41FF-A7C1-7D11F2FC0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19D2B2-1138-4D6C-BC2B-A00FC287E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0BF4C-2035-4959-A149-66349236A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3E37-FEA9-451B-8C87-884B63BE461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63363-22A5-42EB-814D-1F693B769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FC60A-389A-4ABD-8AAB-EE5F6F6B2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0C3AB-2ABB-4DEA-9F3C-786EBE6BE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683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F0C3A-0445-41F3-AE2D-7E3EB0A79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20F98-7483-4C95-9EB2-C44602E9C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2A270-7987-4EE7-BEA0-854C3550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3E37-FEA9-451B-8C87-884B63BE461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D8AF5-D7F6-4700-BF05-17A86AD4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B272A-D0C2-4BB9-AFF7-F07EE56F5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0C3AB-2ABB-4DEA-9F3C-786EBE6BE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562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23D83-253D-454E-9B2C-AD0F50D9C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5139B-845C-458F-834E-3CABB6364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377C3-6A4C-4430-90D1-039F92BC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3E37-FEA9-451B-8C87-884B63BE461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4ADC5-11C5-4971-8B7D-4BE8D69B7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21005-0388-4A22-9C86-01AF76A81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0C3AB-2ABB-4DEA-9F3C-786EBE6BE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709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ECA7-2C8F-49F6-A8E8-E52348302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F593C-7B1D-4E59-8A00-74E0238C8F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9DED8-DE6B-4518-AB95-9EAD69920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940E4-4BF4-4080-8DBF-9989FBD2D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3E37-FEA9-451B-8C87-884B63BE461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26031-D6E8-4BB9-B7B4-70976EF18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A4F5A-FAC1-42BF-BA27-F31B00B0C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0C3AB-2ABB-4DEA-9F3C-786EBE6BE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667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39249-C13A-440B-90DD-5D5E65695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EFF09-C60B-4FD5-AEBF-BF51D160C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B7139-2801-4C10-BF4F-CBD526567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815F0-BEBD-482B-B4C2-84C237B7C7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9D87BE-E957-402A-9D7D-68C0FE49E7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F6D05A-6C99-45BE-8CEF-DE6BFE047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3E37-FEA9-451B-8C87-884B63BE461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9A108B-69EA-4A12-8112-D4AB304FA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EFEA74-87FF-4B13-B3CC-05B20604F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0C3AB-2ABB-4DEA-9F3C-786EBE6BE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729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DDA41-DF04-4159-98BE-8F2F903E0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B6406-5E8E-4BC8-A541-4922E358B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3E37-FEA9-451B-8C87-884B63BE461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C4FB8B-4636-4003-845F-E6D637621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5153E-EC1C-4388-8499-824A8D827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0C3AB-2ABB-4DEA-9F3C-786EBE6BE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132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8D6664-C325-496D-AFF1-361D52E75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3E37-FEA9-451B-8C87-884B63BE461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A04018-597F-439A-B41C-29ADA89AC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146CE-2612-4EEE-B76E-8BE620FE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0C3AB-2ABB-4DEA-9F3C-786EBE6BE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91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83646-3599-4F59-A199-FC948175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CFE7A-AB60-4A17-9A46-8AF88D47F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9E9E4-B8DB-4F22-9C30-3669EA49C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245BE-2C32-412B-8D83-3C233EC15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3E37-FEA9-451B-8C87-884B63BE461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B5891-FEFC-4540-ABD0-6D0A7955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FCB8B-2C95-4381-BA30-E0E451269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0C3AB-2ABB-4DEA-9F3C-786EBE6BE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238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E38E1-A0C8-4C03-8312-1A70B3CB1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50E4A-D631-401D-A4CB-D08271F91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0FEB3-A368-4F7C-B124-782337486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4BEE7-983B-4470-AB08-2DD26971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3E37-FEA9-451B-8C87-884B63BE461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F1431-04BD-452D-8656-2856C09ED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97254-EF25-4FB7-B9F9-DF55B1295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0C3AB-2ABB-4DEA-9F3C-786EBE6BE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18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198A2-C0A8-418B-B378-C7C67DA1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B1EF6-7341-48D1-A90A-B3EC8EBC0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F874F-3394-4AE3-9166-D8BD046B0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3E37-FEA9-451B-8C87-884B63BE461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1551F-6636-4138-B874-5F5749040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94E64-3862-4268-8C12-358C96FE2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0C3AB-2ABB-4DEA-9F3C-786EBE6BE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649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6DB07B-BCD1-40C5-B1A5-72E7BF4205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8D77A-4A53-42CC-871F-9F6B61A3F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11C4B-A543-41D8-8C68-39F90ED57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3E37-FEA9-451B-8C87-884B63BE461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68601-E44E-42FF-A2F6-CAB947A70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6104F-0B4F-4A0F-A6E1-B830F4E16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0C3AB-2ABB-4DEA-9F3C-786EBE6BE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838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698F54-CFF0-4AD2-B248-A38DEB589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F3EFD-2FB9-4E29-AC3C-1C78F8598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BD4E2-4E78-4A52-B1E0-4ECD1EA19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93E37-FEA9-451B-8C87-884B63BE461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EF2CC-F981-4ABB-9799-0F1276F0FB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8D16C-EE4B-4606-9749-7FD1FE92C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D0C3AB-2ABB-4DEA-9F3C-786EBE6BE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573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8387E-43E4-4356-8756-894C5C1961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BOOSTING ALGORITHM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8C5CCF-733D-4FCE-B427-7E214A85EE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675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CD780-FF2D-4B65-8148-88CE3CA97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BOOSTING ALGORITHM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E50B8-4BAC-4834-884A-AFA35810B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Boosting is a powerful ensemble technique that focuses on training models sequentially, where every new model </a:t>
            </a:r>
            <a:r>
              <a:rPr lang="en-US" dirty="0" err="1"/>
              <a:t>attemps</a:t>
            </a:r>
            <a:r>
              <a:rPr lang="en-US" dirty="0"/>
              <a:t> to correct the error.</a:t>
            </a:r>
          </a:p>
          <a:p>
            <a:r>
              <a:rPr lang="en-US" dirty="0"/>
              <a:t>Boosting converts a set of "weak learners" (usually shallow decision trees) into a single "strong learner".</a:t>
            </a:r>
          </a:p>
          <a:p>
            <a:r>
              <a:rPr lang="en-US" dirty="0"/>
              <a:t>It works by assigning higher weights to observations that were misclassified by the previous model.</a:t>
            </a:r>
          </a:p>
          <a:p>
            <a:r>
              <a:rPr lang="en-US" dirty="0"/>
              <a:t>OBJECTIVE: Primary goal is to reduce residual error(Difference between predicted and actual values)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7982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A1E43-9787-4140-B799-62635FB8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ADA BOOSTING (ADAPTIVE BOOSTING)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BEFA4-B54F-40A7-9926-BE0DFA57C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AdaBoost is an ensemble technique that combines several weak models in sequence to create a strong one.</a:t>
            </a:r>
          </a:p>
          <a:p>
            <a:r>
              <a:rPr lang="en-US" dirty="0"/>
              <a:t>It creates decision stumps(Trees with only one split)</a:t>
            </a:r>
          </a:p>
          <a:p>
            <a:r>
              <a:rPr lang="en-US" dirty="0"/>
              <a:t>It assigns equal weight initially to all training samples and then adjust the weights.</a:t>
            </a:r>
          </a:p>
          <a:p>
            <a:r>
              <a:rPr lang="en-US" dirty="0"/>
              <a:t>After each tree is built it increases the weights of the incorrectly predicted samples</a:t>
            </a:r>
          </a:p>
          <a:p>
            <a:r>
              <a:rPr lang="en-US" dirty="0"/>
              <a:t>It effectively reduces bias and variance but sensitive to noisy data and outliers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3793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troduction to AdaBoost for Absolute Beginners - Analytics Vidhya">
            <a:extLst>
              <a:ext uri="{FF2B5EF4-FFF2-40B4-BE49-F238E27FC236}">
                <a16:creationId xmlns:a16="http://schemas.microsoft.com/office/drawing/2014/main" id="{B0CC6C22-D1C1-4789-B090-090C8B5F3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754" y="1776413"/>
            <a:ext cx="7368988" cy="4525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CD9263-120F-4F48-BF7D-64AAC77B0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 BOOST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4597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E1CD9-A632-4849-A9AE-0AE0AF88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XG BOOSTING(EXTREME GRADIENT BOOSTING)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D29F8-B4E5-4C69-9D96-CC622F932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XG Boosting is optimized version of gradient boosting optimized speed, efficiency and accuracy</a:t>
            </a:r>
          </a:p>
          <a:p>
            <a:r>
              <a:rPr lang="en-US" altLang="en-US" dirty="0" err="1"/>
              <a:t>XGBoost</a:t>
            </a:r>
            <a:r>
              <a:rPr lang="en-US" altLang="en-US" dirty="0"/>
              <a:t> uses decision trees as its base learners and combines them sequentially to improve the model’s performance. </a:t>
            </a:r>
          </a:p>
          <a:p>
            <a:r>
              <a:rPr lang="en-US" altLang="en-US" dirty="0"/>
              <a:t>Each new tree is trained to correct the errors made by the previous tree and this process is called boosting.</a:t>
            </a:r>
          </a:p>
          <a:p>
            <a:r>
              <a:rPr lang="en-US" dirty="0"/>
              <a:t>It is unique because it includes </a:t>
            </a:r>
            <a:r>
              <a:rPr lang="en-US" b="1" dirty="0"/>
              <a:t>L1 (Lasso)</a:t>
            </a:r>
            <a:r>
              <a:rPr lang="en-US" dirty="0"/>
              <a:t> and </a:t>
            </a:r>
            <a:r>
              <a:rPr lang="en-US" b="1" dirty="0"/>
              <a:t>L2 (Ridge)</a:t>
            </a:r>
            <a:r>
              <a:rPr lang="en-US" dirty="0"/>
              <a:t> regularization, which prevents the model from "over-guessing" or overfitting the training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032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XGBoost: A Deep Dive Into Boosting">
            <a:extLst>
              <a:ext uri="{FF2B5EF4-FFF2-40B4-BE49-F238E27FC236}">
                <a16:creationId xmlns:a16="http://schemas.microsoft.com/office/drawing/2014/main" id="{E8BD3416-7CB4-45A8-AA21-36AF0B20F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88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254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52415-7268-449E-B31B-89681F623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LG BOOSTING(LIGHT GRADIENT BOOSTING)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9AE23-D907-40B0-BDAA-22B78F8E8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Unlike </a:t>
            </a:r>
            <a:r>
              <a:rPr lang="en-US" dirty="0" err="1"/>
              <a:t>XGBoost</a:t>
            </a:r>
            <a:r>
              <a:rPr lang="en-US" dirty="0"/>
              <a:t>, which grows trees level by level, </a:t>
            </a:r>
            <a:r>
              <a:rPr lang="en-US" dirty="0" err="1"/>
              <a:t>LightGBM</a:t>
            </a:r>
            <a:r>
              <a:rPr lang="en-US" dirty="0"/>
              <a:t> grows the tree "leaf-wise.“</a:t>
            </a:r>
          </a:p>
          <a:p>
            <a:r>
              <a:rPr lang="en-US" dirty="0"/>
              <a:t>It picks the specific leaf that will reduce the most error and splits it first, making it much more efficient and often more accurate.</a:t>
            </a:r>
          </a:p>
          <a:p>
            <a:r>
              <a:rPr lang="en-US" altLang="en-US" dirty="0"/>
              <a:t>Key innovations like Gradient-based One-Side Sampling (GOSS), histogram-based algorithms and leaf-wise tree growth enable </a:t>
            </a:r>
            <a:r>
              <a:rPr lang="en-US" altLang="en-US" dirty="0" err="1"/>
              <a:t>LightGBM</a:t>
            </a:r>
            <a:r>
              <a:rPr lang="en-US" altLang="en-US" dirty="0"/>
              <a:t> to outperform other frameworks in both speed and accuracy.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7654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B4A6C5-24F2-4755-A9A9-9DD1622BD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889000"/>
            <a:ext cx="1016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268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329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BOOSTING ALGORITHM</vt:lpstr>
      <vt:lpstr>BOOSTING ALGORITHM</vt:lpstr>
      <vt:lpstr>ADA BOOSTING (ADAPTIVE BOOSTING)</vt:lpstr>
      <vt:lpstr>ADA BOOST</vt:lpstr>
      <vt:lpstr>XG BOOSTING(EXTREME GRADIENT BOOSTING)</vt:lpstr>
      <vt:lpstr>PowerPoint Presentation</vt:lpstr>
      <vt:lpstr>LG BOOSTING(LIGHT GRADIENT BOOSTING)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BOOSTING ALGORITHM</dc:title>
  <dc:creator>Thiru Vikraman K</dc:creator>
  <cp:lastModifiedBy>Thiru Vikraman K</cp:lastModifiedBy>
  <cp:revision>8</cp:revision>
  <dcterms:created xsi:type="dcterms:W3CDTF">2026-03-05T05:58:59Z</dcterms:created>
  <dcterms:modified xsi:type="dcterms:W3CDTF">2026-03-05T07:36:45Z</dcterms:modified>
</cp:coreProperties>
</file>